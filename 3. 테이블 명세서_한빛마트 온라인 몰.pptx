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ACC95D-0CCA-4CBB-A075-7D39EBD30345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8CE7C-DB18-4911-BBD8-8906885A79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3489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C78064-4984-8DE4-220E-B396E8AFF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E588A2A-76CB-A9F6-C64E-8899CD9B96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9F2832-B08E-C0AC-9449-401348192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D3AA8-999D-4B11-858C-C03B8376944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98A83B-984D-C079-926F-07D8AB00D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88978A-6CF7-5D3E-1C53-092354C02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7A8A-1D8F-470E-A82C-5741DC2BEA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485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7B1F80-F629-25C6-9D7D-A6FC2FD95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4D717C-7037-582D-E03B-724EF8D33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0BEF66-88CD-0E09-74E0-42598BB91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D3AA8-999D-4B11-858C-C03B8376944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AD7966-D6FF-8139-B328-09F576908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7AEA59-6893-4006-ADF0-C06852A91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7A8A-1D8F-470E-A82C-5741DC2BEA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8212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886DF9-C3AB-5C5B-23E0-B236AA29C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2C8B07-EF48-D6DE-ED93-D0D65808A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BE2448-2729-FD8D-0BD5-87096E6CC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D3AA8-999D-4B11-858C-C03B8376944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BE6732-CECE-BEDF-E159-32903761D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51C7B4-1298-AE3D-7F54-9C6E0A716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7A8A-1D8F-470E-A82C-5741DC2BEA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4952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9E5608-0B5D-0AB7-AFCD-2CD75F952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C296CA-1A9A-7BFA-0F8E-A604C3F029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7990BA-AD64-DC6C-36CD-88F2624B3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AD5314-77A3-A1E9-74A0-D62B90F3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D3AA8-999D-4B11-858C-C03B8376944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18010B-5810-0260-B4F0-DBF2DA441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1D1375-2BDA-4CF6-67A4-90512E7B1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7A8A-1D8F-470E-A82C-5741DC2BEA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25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3EA767-3612-FB0A-487D-71031ECC8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978BC3-B6D9-504A-54CA-333653543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039ABE-E4E0-3AED-0C9D-3AD29D084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D3BADC1-2EFB-36A7-7CBE-89FC987BE0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E934151-7D82-5D6E-CFD2-F58E890611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824452D-481B-B6E2-BBA9-DE5B5B8C5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D3AA8-999D-4B11-858C-C03B8376944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244BC55-AC1A-EBC2-8626-76056ABCB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D10EEDE-8E74-E8BC-E284-D4AAF4A75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7A8A-1D8F-470E-A82C-5741DC2BEA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667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FC205E-05F2-5871-2710-86F159DB6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04D3716-A999-41D7-113C-7E78DD060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D3AA8-999D-4B11-858C-C03B8376944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82A2280-9197-724E-F1D6-8CC179460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E15D71-D541-B025-C472-605FBFA93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7A8A-1D8F-470E-A82C-5741DC2BEA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1334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FEE120B-EA09-36BD-C6C5-20CB1BA63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D3AA8-999D-4B11-858C-C03B8376944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701F494-5F21-0831-51B6-31A309987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DC4EC3-51A0-FAA9-971A-65CCAA184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7A8A-1D8F-470E-A82C-5741DC2BEA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1230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A9CF6A-0338-1916-4646-0DE7840D8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CA02B7-1495-4E6E-8852-A2CD99F0B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DD42F7-5FCE-A205-F132-964B0FCA94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6D5E56-AE2D-6CD9-56FF-F16D71AC7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D3AA8-999D-4B11-858C-C03B8376944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E1A47F-DAF0-5015-26C3-423B0937D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EB2867-2E4D-FE9F-39DE-42B509607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7A8A-1D8F-470E-A82C-5741DC2BEA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176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8291BF-5346-DC6C-95B9-E809AC9D0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CF39930-5CC9-A6DF-543B-522C69047C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98CE95-9728-DC65-E7A6-723F2A691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DEDF1D-2EA5-B984-27E7-92A1BC543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D3AA8-999D-4B11-858C-C03B8376944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3645B7-BC03-EBD7-13EA-A2FB34F97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75D916-2188-2C97-537A-DCC8BA2FE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7A8A-1D8F-470E-A82C-5741DC2BEA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213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096033-8FB3-91C4-03AF-3FB4C5CE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1091F2-7FF0-AECE-EE19-70DFC83274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327A69-D150-7209-939C-1C8BE56AF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D3AA8-999D-4B11-858C-C03B8376944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D8D29B-A012-7318-E997-4BBA752AE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844478-6DE8-4375-913D-03E683D94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7A8A-1D8F-470E-A82C-5741DC2BEA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778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922164F-AC10-2A17-0131-9F7A65FD25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C6ACB9C-745B-046C-1143-80C3B7E0DE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C7887C-8B0B-6511-8753-3B8A4C96C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D3AA8-999D-4B11-858C-C03B8376944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B5B42A-63AC-42F3-F17E-7243688EA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014218-6F93-E86C-6D54-C53DF9A77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7A8A-1D8F-470E-A82C-5741DC2BEA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708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58DE3DF-E1C7-ED5C-5526-02066D319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536EEA-823B-C883-7312-6608F0AE7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CF4FD4-18E6-4740-AE03-8595CEF6A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5D3AA8-999D-4B11-858C-C03B8376944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DD056A-5239-6EB1-56B6-5ECE7D25D9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9C29FE-116F-7518-7BB8-B99E296160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237A8A-1D8F-470E-A82C-5741DC2BEA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8828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60BAB6-9F07-6284-80C7-EE2D8E1D1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9372CC4-1CE2-C27A-ECAE-0A1834EC91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629278"/>
              </p:ext>
            </p:extLst>
          </p:nvPr>
        </p:nvGraphicFramePr>
        <p:xfrm>
          <a:off x="838199" y="2105121"/>
          <a:ext cx="10707256" cy="395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9608">
                  <a:extLst>
                    <a:ext uri="{9D8B030D-6E8A-4147-A177-3AD203B41FA5}">
                      <a16:colId xmlns:a16="http://schemas.microsoft.com/office/drawing/2014/main" val="3021363308"/>
                    </a:ext>
                  </a:extLst>
                </a:gridCol>
                <a:gridCol w="1529608">
                  <a:extLst>
                    <a:ext uri="{9D8B030D-6E8A-4147-A177-3AD203B41FA5}">
                      <a16:colId xmlns:a16="http://schemas.microsoft.com/office/drawing/2014/main" val="2906965388"/>
                    </a:ext>
                  </a:extLst>
                </a:gridCol>
                <a:gridCol w="1529608">
                  <a:extLst>
                    <a:ext uri="{9D8B030D-6E8A-4147-A177-3AD203B41FA5}">
                      <a16:colId xmlns:a16="http://schemas.microsoft.com/office/drawing/2014/main" val="3397229265"/>
                    </a:ext>
                  </a:extLst>
                </a:gridCol>
                <a:gridCol w="1529608">
                  <a:extLst>
                    <a:ext uri="{9D8B030D-6E8A-4147-A177-3AD203B41FA5}">
                      <a16:colId xmlns:a16="http://schemas.microsoft.com/office/drawing/2014/main" val="181026152"/>
                    </a:ext>
                  </a:extLst>
                </a:gridCol>
                <a:gridCol w="1529608">
                  <a:extLst>
                    <a:ext uri="{9D8B030D-6E8A-4147-A177-3AD203B41FA5}">
                      <a16:colId xmlns:a16="http://schemas.microsoft.com/office/drawing/2014/main" val="3856716868"/>
                    </a:ext>
                  </a:extLst>
                </a:gridCol>
                <a:gridCol w="1529608">
                  <a:extLst>
                    <a:ext uri="{9D8B030D-6E8A-4147-A177-3AD203B41FA5}">
                      <a16:colId xmlns:a16="http://schemas.microsoft.com/office/drawing/2014/main" val="942198119"/>
                    </a:ext>
                  </a:extLst>
                </a:gridCol>
                <a:gridCol w="1529608">
                  <a:extLst>
                    <a:ext uri="{9D8B030D-6E8A-4147-A177-3AD203B41FA5}">
                      <a16:colId xmlns:a16="http://schemas.microsoft.com/office/drawing/2014/main" val="3381083338"/>
                    </a:ext>
                  </a:extLst>
                </a:gridCol>
              </a:tblGrid>
              <a:tr h="185420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테이블 명세서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863599"/>
                  </a:ext>
                </a:extLst>
              </a:tr>
              <a:tr h="18542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테이블 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30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속성이름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데이터타입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널 허용 여부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기본값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/>
                        <a:t>기본키</a:t>
                      </a:r>
                      <a:endParaRPr lang="ko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/>
                        <a:t>외래키</a:t>
                      </a:r>
                      <a:endParaRPr lang="ko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제약조건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7855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회원아이디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PK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48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비밀번호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0356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3205521"/>
                  </a:ext>
                </a:extLst>
              </a:tr>
              <a:tr h="1236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나이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 </a:t>
                      </a:r>
                      <a:r>
                        <a:rPr lang="ko-KR" altLang="en-US" dirty="0"/>
                        <a:t>이상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6067757"/>
                  </a:ext>
                </a:extLst>
              </a:tr>
              <a:tr h="2421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직업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179975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등급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silver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Silver, gold, </a:t>
                      </a:r>
                      <a:r>
                        <a:rPr lang="en-US" altLang="ko-KR" dirty="0" err="1"/>
                        <a:t>vip</a:t>
                      </a:r>
                      <a:r>
                        <a:rPr lang="ko-KR" altLang="en-US" dirty="0"/>
                        <a:t>만 허용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99958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적립금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9000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3576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9AFE8-E29F-6006-D816-7093E8C2A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F13326-C541-5090-DE25-E2B4398E1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B1543C3-30C9-B8FA-3B55-3933166A07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275695"/>
              </p:ext>
            </p:extLst>
          </p:nvPr>
        </p:nvGraphicFramePr>
        <p:xfrm>
          <a:off x="838199" y="2105121"/>
          <a:ext cx="10707256" cy="3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9608">
                  <a:extLst>
                    <a:ext uri="{9D8B030D-6E8A-4147-A177-3AD203B41FA5}">
                      <a16:colId xmlns:a16="http://schemas.microsoft.com/office/drawing/2014/main" val="3021363308"/>
                    </a:ext>
                  </a:extLst>
                </a:gridCol>
                <a:gridCol w="1529608">
                  <a:extLst>
                    <a:ext uri="{9D8B030D-6E8A-4147-A177-3AD203B41FA5}">
                      <a16:colId xmlns:a16="http://schemas.microsoft.com/office/drawing/2014/main" val="2906965388"/>
                    </a:ext>
                  </a:extLst>
                </a:gridCol>
                <a:gridCol w="1529608">
                  <a:extLst>
                    <a:ext uri="{9D8B030D-6E8A-4147-A177-3AD203B41FA5}">
                      <a16:colId xmlns:a16="http://schemas.microsoft.com/office/drawing/2014/main" val="3397229265"/>
                    </a:ext>
                  </a:extLst>
                </a:gridCol>
                <a:gridCol w="1529608">
                  <a:extLst>
                    <a:ext uri="{9D8B030D-6E8A-4147-A177-3AD203B41FA5}">
                      <a16:colId xmlns:a16="http://schemas.microsoft.com/office/drawing/2014/main" val="181026152"/>
                    </a:ext>
                  </a:extLst>
                </a:gridCol>
                <a:gridCol w="1529608">
                  <a:extLst>
                    <a:ext uri="{9D8B030D-6E8A-4147-A177-3AD203B41FA5}">
                      <a16:colId xmlns:a16="http://schemas.microsoft.com/office/drawing/2014/main" val="3856716868"/>
                    </a:ext>
                  </a:extLst>
                </a:gridCol>
                <a:gridCol w="1529608">
                  <a:extLst>
                    <a:ext uri="{9D8B030D-6E8A-4147-A177-3AD203B41FA5}">
                      <a16:colId xmlns:a16="http://schemas.microsoft.com/office/drawing/2014/main" val="942198119"/>
                    </a:ext>
                  </a:extLst>
                </a:gridCol>
                <a:gridCol w="1529608">
                  <a:extLst>
                    <a:ext uri="{9D8B030D-6E8A-4147-A177-3AD203B41FA5}">
                      <a16:colId xmlns:a16="http://schemas.microsoft.com/office/drawing/2014/main" val="3381083338"/>
                    </a:ext>
                  </a:extLst>
                </a:gridCol>
              </a:tblGrid>
              <a:tr h="185420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테이블 명세서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863599"/>
                  </a:ext>
                </a:extLst>
              </a:tr>
              <a:tr h="18542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테이블 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상품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30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속성이름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데이터타입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널 허용 여부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기본값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/>
                        <a:t>기본키</a:t>
                      </a:r>
                      <a:endParaRPr lang="ko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/>
                        <a:t>외래키</a:t>
                      </a:r>
                      <a:endParaRPr lang="ko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제약조건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7855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상품번호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PK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48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상품명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Varchar(30)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0356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재고량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 </a:t>
                      </a:r>
                      <a:r>
                        <a:rPr lang="ko-KR" altLang="en-US" dirty="0"/>
                        <a:t>이상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3205521"/>
                  </a:ext>
                </a:extLst>
              </a:tr>
              <a:tr h="1236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단가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 </a:t>
                      </a:r>
                      <a:r>
                        <a:rPr lang="ko-KR" altLang="en-US" dirty="0"/>
                        <a:t>이상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6067757"/>
                  </a:ext>
                </a:extLst>
              </a:tr>
              <a:tr h="2421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제조업체명</a:t>
                      </a:r>
                      <a:endParaRPr lang="en-US" altLang="ko-K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Varchar(30)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FK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179975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공급일자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Date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99958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공급량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9000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8821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111</Words>
  <Application>Microsoft Office PowerPoint</Application>
  <PresentationFormat>와이드스크린</PresentationFormat>
  <Paragraphs>73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도경진</dc:creator>
  <cp:lastModifiedBy>도경진</cp:lastModifiedBy>
  <cp:revision>8</cp:revision>
  <dcterms:created xsi:type="dcterms:W3CDTF">2025-11-10T07:22:53Z</dcterms:created>
  <dcterms:modified xsi:type="dcterms:W3CDTF">2025-11-10T07:35:41Z</dcterms:modified>
</cp:coreProperties>
</file>