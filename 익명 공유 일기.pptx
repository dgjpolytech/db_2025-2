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48776-B2E2-7BFD-7339-A75B1EFD5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3DE628-2335-0920-BAED-DAA0BA944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6D4D05-A96E-2DF7-62E1-697F7704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60CD7C-39A1-04CD-1B53-7BA8AEB6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96BBB-1097-B812-0EFC-EF34A222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75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DA1F8-829D-EA54-0161-93EE23F1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B8EE78-BD02-B599-EEA8-10B3E35E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696AF5-4E77-FB96-64D8-6C9636A07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5C26BE-342A-0B04-0440-5F9950C1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414B2-A5FC-AD60-2306-29F043D5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29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95454-2009-592E-07C7-2BFFDD257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0FCE40-1C4C-AF18-817E-7855941FE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9E4921-2A43-68F6-321F-A963E34C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FA7466-7E16-F40D-A6E3-C432B21E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83A385-0911-056D-E8F5-27D6DAEFB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1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4F17F-499D-0A4E-DE5E-AD38C5B0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9FDB61-9364-0AED-D635-E2F072427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EFCEED-E041-AD35-A180-7364CC861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B10DDD-865E-280B-ABBA-23CF638C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4FE738-659C-E1C6-447B-E711C92B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826D5B-2CE8-445B-824C-AA0A257D8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55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6C3A3-E7F8-4DF8-2A7C-CF727FE4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E0F06-E5F7-BD55-BFA5-0E35BCF3F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C2329-7D22-2910-FC5A-3E9EBCDC5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F8A88E-2B71-1FD6-F4F8-37CC1EFF3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A84040-480A-38CA-0B7C-27A0D4A34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522BD4-1785-BC9C-54CF-D0BE1081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75C3BB-DA1F-9C49-1A4A-012C4486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CCB9B2-0610-8558-9C18-BA561A7F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60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CA16A7-0FE9-7752-4EE0-6E3CC2FF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FDB8E4-5844-C42F-E43A-E29C5AB0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0F2D32-493A-2E55-28CB-46B001AC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9D5B92-0114-A94E-F46A-A9D8E9F6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51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11CB44-4A57-5D10-CBD0-19870B22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41B931-9EAE-E1F5-3748-720F8FC91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AC1FA-54E5-6BB8-95E2-5D160F5E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32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733A9-1C84-AB81-C9CE-AF79F16B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30906-BABC-3418-00AF-1B8B8512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4D5772-6243-DE03-6C2F-6901A8457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1A0B3A-8455-6518-644B-158375666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37C25F-28E3-948B-A632-A51C237F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F10133-C7D8-F87D-788F-87147945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797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83741-D5A1-F59D-0C51-7838F7E78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830C76-0A55-8C9F-05CE-F23087073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B15A59-140A-190B-93B3-757EA9E7D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015DE9-B3BE-2DEF-0BE7-99846E83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00FEA8-BCA1-82EB-6662-113FAC29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C0EC1C-A417-407D-58A5-B5A0488C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38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3B735-E352-7D44-754F-9098774C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376D7F-F2D0-8C12-25B9-DFC4AA76C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297A33-09EF-E98F-6C40-9D89EF325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08346-F830-729B-F91D-01C686E0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47FC8-7007-A924-61D1-9BD24222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5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32E464-29C3-E1F3-33F1-25906D9EC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0CE9A9-E133-E5F5-53F5-CB94657E6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B617BB-12ED-D71B-A4BC-3FDDDE7D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25F4FA-4375-CFFF-235F-4404F62C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0A5CD-D77E-8B0A-419F-CBBC721A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4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7FB7E6-843F-8742-DDF5-D70DF9F8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FD7DFB-F7DE-441D-9F61-B1CA2FA1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8145C-DE25-357F-FEBF-2A7A8B4F4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13F87-79B7-4896-B48B-5BC622586F08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EDB998-6C5B-CB21-3D91-C250A0CCD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CA545-731A-34BA-5C07-BD3D2AE2F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8FA96-AB6E-4079-9F34-E133FAB4E0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64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8CC67-7668-1F38-CB75-F78A70BEC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익명 공유 일기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47E139-37DD-8974-DA3D-BE85A1B879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762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FFEC2-2B93-C705-C2B0-7FEB9393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686C7F-BF36-7A87-4FDA-9E62B469E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사용자는 닉네임</a:t>
            </a:r>
            <a:r>
              <a:rPr lang="en-US" altLang="ko-KR" dirty="0"/>
              <a:t>, </a:t>
            </a:r>
            <a:r>
              <a:rPr lang="ko-KR" altLang="en-US" dirty="0"/>
              <a:t>이메일</a:t>
            </a:r>
            <a:r>
              <a:rPr lang="en-US" altLang="ko-KR" dirty="0"/>
              <a:t>, </a:t>
            </a:r>
            <a:r>
              <a:rPr lang="ko-KR" altLang="en-US" dirty="0"/>
              <a:t>비밀번호를 입력하여 가입할 수 있어야 한다</a:t>
            </a:r>
            <a:r>
              <a:rPr lang="en-US" altLang="ko-KR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44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익명 공유 일기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도경진</dc:creator>
  <cp:lastModifiedBy>도경진</cp:lastModifiedBy>
  <cp:revision>2</cp:revision>
  <dcterms:created xsi:type="dcterms:W3CDTF">2025-11-03T07:31:57Z</dcterms:created>
  <dcterms:modified xsi:type="dcterms:W3CDTF">2025-11-03T07:35:10Z</dcterms:modified>
</cp:coreProperties>
</file>